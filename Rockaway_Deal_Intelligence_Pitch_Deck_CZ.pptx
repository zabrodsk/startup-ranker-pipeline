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82"/>
                </a:solidFill>
              </a:rPr>
              <a:t>ROCKAWAY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DEAL INTELLIGENCE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27432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560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B5C0"/>
                </a:solidFill>
              </a:rPr>
              <a:t>AI platforma pro investiční analýzu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CAF82"/>
                </a:solidFill>
              </a:rPr>
              <a:t>Od pitch decku k investičnímu rozhodnutí za minuty, ne hodiny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Problém: Přetížení deal 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645920" cy="457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24128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Analytici tráví 4–8 hodin manuálním hodnocením každého pitch decku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82496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VC fondy obdrží 1 000+ dealů ročně — financují jen 1–2 %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2257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Nekonzistentní hodnotící kritéria napříč analytiky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809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Klíčové signály ukryté v dokumentech, tabulkách a profilech zakladatelů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393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Žádný strukturovaný záznam důkazů pro investiční rozhodnutí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Řešení: AI, které myslí jako váš nejlepší analytik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2286000" cy="457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24128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Automatizované první hodnocení pitch decků, Specter CSV a dokumentů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82496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642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Analýza podložená důkazy — každý závěr cituje zdrojový dokument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2257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Pro/contra argumenty s devil's advocate kritikou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809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Kompozitní skóre: Strategický fit + Tým + Potenciál → investovat / neinvestovat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82880" cy="18288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393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Firemní chat: doptejte se na detaily podložené uloženými důkazy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7fázový AI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097280" cy="457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1097280" cy="310896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78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5C0"/>
                </a:solidFill>
              </a:rPr>
              <a:t>PDF, PPTX, Excel, Specter CSV → bloky textu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63040" y="868680"/>
            <a:ext cx="1097280" cy="310896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978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1371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Dekompozice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87452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5C0"/>
                </a:solidFill>
              </a:rPr>
              <a:t>Strom otázek: Firma, Trh, Produkt, Tým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51760" y="868680"/>
            <a:ext cx="1097280" cy="310896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978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1371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Odpovědi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187452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5C0"/>
                </a:solidFill>
              </a:rPr>
              <a:t>TF-IDF retrieval + LLM + webové vyhledávání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0" y="868680"/>
            <a:ext cx="1097280" cy="310896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978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86200" y="1371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Generování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187452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5C0"/>
                </a:solidFill>
              </a:rPr>
              <a:t>Pro &amp; Contra argumenty ze všech důkazů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0" y="868680"/>
            <a:ext cx="1097280" cy="310896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978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74920" y="1371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Kritika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187452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5C0"/>
                </a:solidFill>
              </a:rPr>
              <a:t>Devil's advocate recenze každého argumentu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868680"/>
            <a:ext cx="1097280" cy="310896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978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1371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Hodnocení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187452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5C0"/>
                </a:solidFill>
              </a:rPr>
              <a:t>14 kritérií + iterativní zdokonalování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06640" y="868680"/>
            <a:ext cx="1097280" cy="310896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978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52360" y="1371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Ranking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52360" y="187452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5C0"/>
                </a:solidFill>
              </a:rPr>
              <a:t>Kompozitní skóre → investiční rozhodnutí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Chytré přiřazení modelů — nejlepší AI pro každý úkol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82"/>
                </a:solidFill>
              </a:rPr>
              <a:t>Multi-provider architektura: Google · OpenAI · Anthropic · OpenRouter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645920"/>
                <a:gridCol w="2926080"/>
              </a:tblGrid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337"/>
                          </a:solidFill>
                        </a:rPr>
                        <a:t>Fáze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337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337"/>
                          </a:solidFill>
                        </a:rPr>
                        <a:t>Poskytovatel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337"/>
                          </a:solidFill>
                        </a:rPr>
                        <a:t>Účel</a:t>
                      </a:r>
                      <a:endParaRPr lang="en-US" sz="13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8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Dekompozice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Gemini 3.1 Pro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Google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Strukturované rozdělení otázek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Odpovídání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Gemini 2.5 Flash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Google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Rychlé a cenově efektivní Q&amp;A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3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Generování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GPT-5.2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OpenAI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Tvorba přesvědčivých argumentů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Hodnocení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o4-mini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OpenAI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Přísné skórování a logické uvažování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3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Ranking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GPT-5.2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OpenAI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2E2"/>
                          </a:solidFill>
                        </a:rPr>
                        <a:t>Strategický investiční úsudek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24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AF82"/>
                </a:solidFill>
              </a:rPr>
              <a:t>Rozpočtová / Vyvážená / Prémiová úroveň — konfigurovatelná pro každou fázi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Kompletní integrační ekosystém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457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560320" cy="32918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82"/>
                </a:solidFill>
              </a:rPr>
              <a:t>AI &amp; Jazykové modely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OpenAI GPT-5, o4-mini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Google Gemini 3.1 Pro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Google Gemini 2.5 Flash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Anthropic Claude Haiku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OpenRouter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8960" y="914400"/>
            <a:ext cx="2560320" cy="32918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82"/>
                </a:solidFill>
              </a:rPr>
              <a:t>Data &amp; Vyhledávání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Specter (signály zakladatelů)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Perplexity Sonar (webový search)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Brave Search (záloha)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PDF, PPTX, Excel, CSV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Supabase Storage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914400"/>
            <a:ext cx="2560320" cy="32918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82"/>
                </a:solidFill>
              </a:rPr>
              <a:t>Infrastruktura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150876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Supabase (PostgreSQL)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LangGraph (orchestrace)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LangSmith (trasování)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Railway (produkce)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2E2"/>
                </a:solidFill>
              </a:rPr>
              <a:t>Docker (kontejnery)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Tři způsoby analýzy dealů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645920" cy="457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651760" cy="32918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82"/>
                </a:solidFill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Pitch Deck mód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5C0"/>
                </a:solidFill>
              </a:rPr>
              <a:t>Nahrajte PDF nebo PPTX → okamžitá analýza firmy z dokumentů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914400"/>
            <a:ext cx="2651760" cy="32918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82"/>
                </a:solidFill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Specter mód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46120" y="21031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5C0"/>
                </a:solidFill>
              </a:rPr>
              <a:t>Import CSV z firem a lidí ze Specteru → signály zakladatelů + data o firmě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7880" y="914400"/>
            <a:ext cx="2651760" cy="32918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051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82"/>
                </a:solidFill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98932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Multi-file mód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21031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5C0"/>
                </a:solidFill>
              </a:rPr>
              <a:t>Nahrajte všechny dostupné dokumenty → nejkomplexnější analýza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Strukturovaná investiční inteligence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457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Kompozitní skóre: Strategický fit + Tým + Potenciál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Třídění: Prioritní review / Watchlist / Nízká priorita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Seřazené pro/contra argumenty s citacemi zdrojů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Export do Excelu: Souhrn + Argumenty + Důkazy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Exekutivní souhrn + klíčové body + red flags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Firemní chat pro trvalé Q&amp;A celého týmu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Sledování nákladů na úrovni tokenů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Produkčně připravená architektura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645920" cy="457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023360" cy="32918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82"/>
                </a:solidFill>
              </a:rPr>
              <a:t>Backend &amp; Infrastruktura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Python 3.10+ / FastAPI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LangChain + LangGraph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Supabase (PostgreSQL + Storage)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Uvicorn / Railway hosting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Docker kontejnerizace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023360" cy="32918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82"/>
                </a:solidFill>
              </a:rPr>
              <a:t>AI &amp; Zpracování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Multi-provider LLM routing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TF-IDF chunk retrieval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Paralelní async pipeline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Rate limiting + retry logika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2E2E2"/>
                </a:solidFill>
              </a:rPr>
              <a:t>Sledování nákladů tokenů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Flexibilní možnosti nasazení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645920" cy="457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3931920" cy="16916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82"/>
                </a:solidFill>
              </a:rPr>
              <a:t>Railway Cloud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Produkce: webová služba + dedicated Specter worker. Automatické škálování.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960120"/>
            <a:ext cx="3931920" cy="16916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82"/>
                </a:solidFill>
              </a:rPr>
              <a:t>Lokální vývoj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Uvicorn + FastAPI s volitelnou Supabase. Plná parita funkcí.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3931920" cy="16916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82"/>
                </a:solidFill>
              </a:rPr>
              <a:t>Cloudflare Tunnel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Lehké sdílení týmu přes slim share. Bez infrastruktury.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2834640"/>
            <a:ext cx="3931920" cy="1691640"/>
          </a:xfrm>
          <a:prstGeom prst="rect">
            <a:avLst/>
          </a:prstGeom>
          <a:solidFill>
            <a:srgbClr val="3A4248"/>
          </a:solidFill>
          <a:ln w="12700">
            <a:solidFill>
              <a:srgbClr val="3A42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82"/>
                </a:solidFill>
              </a:rPr>
              <a:t>Docker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Kontejnerizováno kdekoliv. Konzistentní prostředí napříč nasazeními.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Firemní chat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AF82"/>
                </a:solidFill>
              </a:rPr>
              <a:t>Váš AI výzkumný asistent — vždy dostupný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Podložené důkazy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Odpovědi zakotvené v uložených datech analýzy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0328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Webové vyhledávání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0328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Širší kontext přes Perplexity, když chybí lokální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Sdíleno v týmu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Trvalá historie pro všechny uživatele přes Supabase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37744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Výběr modelu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Volba LLM modelu pro každou session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Viditelné náklady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Náklady na tokeny zobrazeny u každé odpovědi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Bez re-analýzy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C0"/>
                </a:solidFill>
              </a:rPr>
              <a:t>Otázky bez nutnosti spouštět pipeline znovu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82"/>
                </a:solidFill>
              </a:rPr>
              <a:t>ROCKAWAY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1280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Budoucnost investiční inteligence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2240280"/>
            <a:ext cx="2743200" cy="27432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423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CAF82"/>
                </a:solidFill>
              </a:rPr>
              <a:t>Každý VC fond si zaslouží AI analytika, který nikdy nespí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9260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Škálujte ze 10 na 1 000+ dealů ročně bez rozšiřování týmu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447288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4015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Konzistentní hodnocení podložené důkazy napříč všemi analytiky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922776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7705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Kompletní auditní stopa každého investičního rozhodnutí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398264"/>
            <a:ext cx="164592" cy="16459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3525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2E2"/>
                </a:solidFill>
              </a:rPr>
              <a:t>Vyvinuto Rockaway Capital — pro způsob, jakým VCs skutečně pracují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Rockaway Deal Intelligence Pitch Deck</dc:title>
  <dc:subject>PptxGenJS Presentation</dc:subject>
  <dc:creator>Rockaway Capital</dc:creator>
  <cp:lastModifiedBy>Rockaway Capital</cp:lastModifiedBy>
  <cp:revision>1</cp:revision>
  <dcterms:created xsi:type="dcterms:W3CDTF">2026-03-18T09:39:02Z</dcterms:created>
  <dcterms:modified xsi:type="dcterms:W3CDTF">2026-03-18T09:39:02Z</dcterms:modified>
</cp:coreProperties>
</file>