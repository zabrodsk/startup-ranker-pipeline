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6459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Rockaway Deal Intelligence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0" y="25603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Investment Analysis Platform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0" y="320040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pitch deck to investment decision in minutes, not hours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Deal Flow Problem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78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spend 4–8 hours reviewing each pitch deck manually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firms see 1,000+ deals per year — only 1–2% get funded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951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evaluation criteria across analysts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53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signals buried in documents, spreadsheets, and founder profiles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evidence trail for investment decisions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That Thinks Like Your Best Analyst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37160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978408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first-pass screening of pitch decks, Specter CSVs, and documents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64208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36776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 analysis — every conclusion backed by source citations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322576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2295144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Pro/contra arguments with devil's advocate critique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980944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2953512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scoring: Strategy Fit + Team + Upside → invest / not invest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639312"/>
            <a:ext cx="201168" cy="201168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361188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Chat: ask follow-up questions grounded in saved evidence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7-Stage AI Pipeline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09728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2743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2004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PPTX, Excel, Specter CSV → chunks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146304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46304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46304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50876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trees: Company, Market, Product,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65176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265176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retrieval + LLM Q&amp;A + web search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84048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84048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88620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&amp; Contra arguments from evidence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02920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02920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Critique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07492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Devil's advocate review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1792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21792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26364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criteria scoring + refinement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406640" y="914400"/>
            <a:ext cx="1097280" cy="25603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06640" y="105156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7406640" y="1417320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7452360" y="1737360"/>
            <a:ext cx="10058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 → invest decision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LLM Routing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for each pipeline phase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1371600"/>
                <a:gridCol w="3200400"/>
              </a:tblGrid>
              <a:tr h="5029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D111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D26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Decomposition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Pro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question breakdown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Answering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Gemini 2.5 Flash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Fast, cost-efficient Q&amp;A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Generation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Creative argument writing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Evaluation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o4-mini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Rigorous scoring &amp; reasoning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11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Ranking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GPT-4o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OpenAI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Strategic investment judgment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1262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/ Balanced / Premium tiers — configurable per phase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Integration Ecosystem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914400"/>
            <a:ext cx="25603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LLM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OpenAI GPT-4o, o4-mini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Pro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4140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 2.5 Flash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02920" y="2889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 Claude Haiku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3364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108960" y="914400"/>
            <a:ext cx="25603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4612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Search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 (Founder Intelligence)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324612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Perplexity Sonar (Web Search)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46120" y="24140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Brave Search (Fallback)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46120" y="2889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PDF, PPTX, Excel, CSV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246120" y="3364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Storage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852160" y="914400"/>
            <a:ext cx="256032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89320" y="105156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Infrastructure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989320" y="146304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(PostgreSQL)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989320" y="1938528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(Orchestration)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989320" y="2414016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LangSmith (Tracing)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89320" y="2889504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(Hosting)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989320" y="3364992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(Containers)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Ways to Analyze Deals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1440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1148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Mode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2286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PDF or PPTX → instant company analysis from documents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108960" y="91440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20040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Specter Mode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246120" y="2286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company + people CSVs → founder signals combined with company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897880" y="914400"/>
            <a:ext cx="26517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09728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5989320" y="173736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Multi-File Mode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6035040" y="2286000"/>
            <a:ext cx="2377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all available documents per company for the most complete analysis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Investment Intelligence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64592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978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Composite score: Strategy Fit + Team + Upside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627632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Triage bucket: Priority Review / Watchlist / Low Priority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249424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pro/contra arguments with source citations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2871216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843784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export: Summary + Arguments + Evidence sheets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05840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74920" y="97840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+ key points + red flags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54880" y="1627632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74920" y="160020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Chat for persistent team Q&amp;A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754880" y="2249424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74920" y="2221992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token-level cost tracking per analysis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Production-Ready Architecture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023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&amp; Infrastructure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3.10+ / FastAPI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984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+ LangGraph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(PostgreSQL + Storage)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9352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/ Railway hosting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410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containerization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0" y="914400"/>
            <a:ext cx="4023360" cy="320040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0515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&amp; Processing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754880" y="15087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Multi-provider LLM routing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754880" y="1984248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TF-IDF chunk retrieval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754880" y="2459736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async pipeline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54880" y="2935224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+ retry logic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754880" y="3410712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cost tracking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Flexible Deployment Options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685800"/>
            <a:ext cx="1371600" cy="45720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960120"/>
            <a:ext cx="39319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Railway Cloud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502920" y="1508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deployment: web service + dedicated Specter worker. Auto-scaling, managed.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434840" y="960120"/>
            <a:ext cx="39319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Development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17720" y="15087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+ FastAPI with optional Supabase. Full feature parity.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788920"/>
            <a:ext cx="39319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Tunnel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0292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team sharing via slim share. No infrastructure needed.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434840" y="2788920"/>
            <a:ext cx="393192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2126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17720" y="29260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4617720" y="3337560"/>
            <a:ext cx="3566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Containerized anywhere. Consistent environment across all deployments.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Company Chat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AI Research Assistant — Always On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20040" y="1325880"/>
            <a:ext cx="146304" cy="146304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Evidence-Grounded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5727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anchored in saved analysis evidence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0" y="1325880"/>
            <a:ext cx="146304" cy="146304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00600" y="128016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Fallback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57276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Broader context via Perplexity when needed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331720"/>
            <a:ext cx="146304" cy="146304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86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Team-Shared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5786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history across all users via Supabase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0" y="2331720"/>
            <a:ext cx="146304" cy="146304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228600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Selection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257860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LLM model per session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20040" y="3337560"/>
            <a:ext cx="146304" cy="146304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Visibility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48640" y="35844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Per-answer token cost shown inline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3337560"/>
            <a:ext cx="146304" cy="146304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00600" y="329184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Re-Analysis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800600" y="35844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questions without rerunning the pipeline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0" y="109728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Future of Deal Intelligence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0" y="192024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i="1" dirty="0">
                <a:solidFill>
                  <a:srgbClr val="00D2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VC firm deserves an AI analyst that never sleeps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914400" y="2651760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34440" y="263347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from 10 to 1,000+ deals per year without growing the team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3154680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34440" y="313639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Consistent, evidence-backed evaluation across all analysts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914400" y="3657600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363931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audit trail of every investment decision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914400" y="4160520"/>
            <a:ext cx="164592" cy="164592"/>
          </a:xfrm>
          <a:prstGeom prst="ellipse">
            <a:avLst/>
          </a:prstGeom>
          <a:solidFill>
            <a:srgbClr val="00D26A"/>
          </a:solidFill>
          <a:ln w="12700">
            <a:solidFill>
              <a:srgbClr val="00D2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234440" y="4142232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by Rockaway Capital — for the way VCs actually work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Rockaway Deal Intelligence</dc:title>
  <dc:subject>PptxGenJS Presentation</dc:subject>
  <dc:creator>Rockaway Capital</dc:creator>
  <cp:lastModifiedBy>Rockaway Capital</cp:lastModifiedBy>
  <cp:revision>1</cp:revision>
  <dcterms:created xsi:type="dcterms:W3CDTF">2026-03-18T09:32:52Z</dcterms:created>
  <dcterms:modified xsi:type="dcterms:W3CDTF">2026-03-18T09:32:52Z</dcterms:modified>
</cp:coreProperties>
</file>